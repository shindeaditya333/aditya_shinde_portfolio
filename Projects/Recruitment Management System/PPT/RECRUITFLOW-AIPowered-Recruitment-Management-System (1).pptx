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embeddedFontLs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Petrona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156BE0-91A3-4EDB-B1E3-3FDD625A3BD3}" v="12" dt="2026-09-28T13:13:30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hinde" userId="5cd588782bfaad05" providerId="LiveId" clId="{0F05E1D0-AE9A-4E64-A745-FBC3346A2FE5}"/>
    <pc:docChg chg="undo custSel delSld modSld modMainMaster">
      <pc:chgData name="Aditya Shinde" userId="5cd588782bfaad05" providerId="LiveId" clId="{0F05E1D0-AE9A-4E64-A745-FBC3346A2FE5}" dt="2026-09-28T13:13:30.664" v="33"/>
      <pc:docMkLst>
        <pc:docMk/>
      </pc:docMkLst>
      <pc:sldChg chg="addSp modSp mod">
        <pc:chgData name="Aditya Shinde" userId="5cd588782bfaad05" providerId="LiveId" clId="{0F05E1D0-AE9A-4E64-A745-FBC3346A2FE5}" dt="2026-09-28T13:08:59.578" v="2" actId="1076"/>
        <pc:sldMkLst>
          <pc:docMk/>
          <pc:sldMk cId="0" sldId="256"/>
        </pc:sldMkLst>
        <pc:picChg chg="add mod">
          <ac:chgData name="Aditya Shinde" userId="5cd588782bfaad05" providerId="LiveId" clId="{0F05E1D0-AE9A-4E64-A745-FBC3346A2FE5}" dt="2026-09-28T13:08:59.578" v="2" actId="1076"/>
          <ac:picMkLst>
            <pc:docMk/>
            <pc:sldMk cId="0" sldId="256"/>
            <ac:picMk id="6" creationId="{E3F0C183-5B02-2B3C-808E-E9963F83691C}"/>
          </ac:picMkLst>
        </pc:picChg>
      </pc:sldChg>
      <pc:sldChg chg="addSp modSp mod">
        <pc:chgData name="Aditya Shinde" userId="5cd588782bfaad05" providerId="LiveId" clId="{0F05E1D0-AE9A-4E64-A745-FBC3346A2FE5}" dt="2026-09-28T13:09:07.277" v="4" actId="1076"/>
        <pc:sldMkLst>
          <pc:docMk/>
          <pc:sldMk cId="0" sldId="258"/>
        </pc:sldMkLst>
        <pc:picChg chg="add mod">
          <ac:chgData name="Aditya Shinde" userId="5cd588782bfaad05" providerId="LiveId" clId="{0F05E1D0-AE9A-4E64-A745-FBC3346A2FE5}" dt="2026-09-28T13:09:07.277" v="4" actId="1076"/>
          <ac:picMkLst>
            <pc:docMk/>
            <pc:sldMk cId="0" sldId="258"/>
            <ac:picMk id="6" creationId="{1F9F99F8-4929-9015-8351-C2875F03A801}"/>
          </ac:picMkLst>
        </pc:picChg>
      </pc:sldChg>
      <pc:sldChg chg="addSp modSp mod">
        <pc:chgData name="Aditya Shinde" userId="5cd588782bfaad05" providerId="LiveId" clId="{0F05E1D0-AE9A-4E64-A745-FBC3346A2FE5}" dt="2026-09-28T13:09:13.958" v="6" actId="1076"/>
        <pc:sldMkLst>
          <pc:docMk/>
          <pc:sldMk cId="0" sldId="259"/>
        </pc:sldMkLst>
        <pc:picChg chg="add mod">
          <ac:chgData name="Aditya Shinde" userId="5cd588782bfaad05" providerId="LiveId" clId="{0F05E1D0-AE9A-4E64-A745-FBC3346A2FE5}" dt="2026-09-28T13:09:13.958" v="6" actId="1076"/>
          <ac:picMkLst>
            <pc:docMk/>
            <pc:sldMk cId="0" sldId="259"/>
            <ac:picMk id="6" creationId="{47C6C5ED-7F42-5059-8317-1DF9D425F57F}"/>
          </ac:picMkLst>
        </pc:picChg>
      </pc:sldChg>
      <pc:sldChg chg="addSp modSp mod">
        <pc:chgData name="Aditya Shinde" userId="5cd588782bfaad05" providerId="LiveId" clId="{0F05E1D0-AE9A-4E64-A745-FBC3346A2FE5}" dt="2026-09-28T13:09:20.367" v="8" actId="1076"/>
        <pc:sldMkLst>
          <pc:docMk/>
          <pc:sldMk cId="0" sldId="260"/>
        </pc:sldMkLst>
        <pc:picChg chg="add mod">
          <ac:chgData name="Aditya Shinde" userId="5cd588782bfaad05" providerId="LiveId" clId="{0F05E1D0-AE9A-4E64-A745-FBC3346A2FE5}" dt="2026-09-28T13:09:20.367" v="8" actId="1076"/>
          <ac:picMkLst>
            <pc:docMk/>
            <pc:sldMk cId="0" sldId="260"/>
            <ac:picMk id="12" creationId="{7A27FE4F-14EB-D053-F46E-5CB12E718B28}"/>
          </ac:picMkLst>
        </pc:picChg>
      </pc:sldChg>
      <pc:sldChg chg="addSp modSp mod">
        <pc:chgData name="Aditya Shinde" userId="5cd588782bfaad05" providerId="LiveId" clId="{0F05E1D0-AE9A-4E64-A745-FBC3346A2FE5}" dt="2026-09-28T13:09:28.199" v="10" actId="1076"/>
        <pc:sldMkLst>
          <pc:docMk/>
          <pc:sldMk cId="0" sldId="261"/>
        </pc:sldMkLst>
        <pc:picChg chg="add mod">
          <ac:chgData name="Aditya Shinde" userId="5cd588782bfaad05" providerId="LiveId" clId="{0F05E1D0-AE9A-4E64-A745-FBC3346A2FE5}" dt="2026-09-28T13:09:28.199" v="10" actId="1076"/>
          <ac:picMkLst>
            <pc:docMk/>
            <pc:sldMk cId="0" sldId="261"/>
            <ac:picMk id="16" creationId="{6A726021-CFEA-6DB6-2827-E2869412A2B0}"/>
          </ac:picMkLst>
        </pc:picChg>
      </pc:sldChg>
      <pc:sldChg chg="addSp delSp modSp mod">
        <pc:chgData name="Aditya Shinde" userId="5cd588782bfaad05" providerId="LiveId" clId="{0F05E1D0-AE9A-4E64-A745-FBC3346A2FE5}" dt="2026-09-28T13:09:57.369" v="16" actId="1076"/>
        <pc:sldMkLst>
          <pc:docMk/>
          <pc:sldMk cId="0" sldId="262"/>
        </pc:sldMkLst>
        <pc:picChg chg="add del mod">
          <ac:chgData name="Aditya Shinde" userId="5cd588782bfaad05" providerId="LiveId" clId="{0F05E1D0-AE9A-4E64-A745-FBC3346A2FE5}" dt="2026-09-28T13:09:41.178" v="13" actId="478"/>
          <ac:picMkLst>
            <pc:docMk/>
            <pc:sldMk cId="0" sldId="262"/>
            <ac:picMk id="10" creationId="{CE4B1FE0-58F1-FFD4-7D5B-AE315DBD0EF4}"/>
          </ac:picMkLst>
        </pc:picChg>
        <pc:picChg chg="add mod">
          <ac:chgData name="Aditya Shinde" userId="5cd588782bfaad05" providerId="LiveId" clId="{0F05E1D0-AE9A-4E64-A745-FBC3346A2FE5}" dt="2026-09-28T13:09:57.369" v="16" actId="1076"/>
          <ac:picMkLst>
            <pc:docMk/>
            <pc:sldMk cId="0" sldId="262"/>
            <ac:picMk id="12" creationId="{00467809-E80D-A306-FB08-CD9A1F2F62DC}"/>
          </ac:picMkLst>
        </pc:picChg>
      </pc:sldChg>
      <pc:sldChg chg="addSp modSp mod">
        <pc:chgData name="Aditya Shinde" userId="5cd588782bfaad05" providerId="LiveId" clId="{0F05E1D0-AE9A-4E64-A745-FBC3346A2FE5}" dt="2026-09-28T13:10:18.404" v="21" actId="1076"/>
        <pc:sldMkLst>
          <pc:docMk/>
          <pc:sldMk cId="0" sldId="263"/>
        </pc:sldMkLst>
        <pc:picChg chg="add mod">
          <ac:chgData name="Aditya Shinde" userId="5cd588782bfaad05" providerId="LiveId" clId="{0F05E1D0-AE9A-4E64-A745-FBC3346A2FE5}" dt="2026-09-28T13:10:18.404" v="21" actId="1076"/>
          <ac:picMkLst>
            <pc:docMk/>
            <pc:sldMk cId="0" sldId="263"/>
            <ac:picMk id="7" creationId="{A6B3E8BF-BF8C-EA82-A64B-1E27A8E518FE}"/>
          </ac:picMkLst>
        </pc:picChg>
      </pc:sldChg>
      <pc:sldChg chg="addSp modSp mod">
        <pc:chgData name="Aditya Shinde" userId="5cd588782bfaad05" providerId="LiveId" clId="{0F05E1D0-AE9A-4E64-A745-FBC3346A2FE5}" dt="2026-09-28T13:10:24.011" v="23" actId="1076"/>
        <pc:sldMkLst>
          <pc:docMk/>
          <pc:sldMk cId="0" sldId="264"/>
        </pc:sldMkLst>
        <pc:picChg chg="add mod">
          <ac:chgData name="Aditya Shinde" userId="5cd588782bfaad05" providerId="LiveId" clId="{0F05E1D0-AE9A-4E64-A745-FBC3346A2FE5}" dt="2026-09-28T13:10:24.011" v="23" actId="1076"/>
          <ac:picMkLst>
            <pc:docMk/>
            <pc:sldMk cId="0" sldId="264"/>
            <ac:picMk id="17" creationId="{CAD3C86C-3D64-7F59-5C9A-1D35DB03A829}"/>
          </ac:picMkLst>
        </pc:picChg>
      </pc:sldChg>
      <pc:sldChg chg="addSp modSp mod">
        <pc:chgData name="Aditya Shinde" userId="5cd588782bfaad05" providerId="LiveId" clId="{0F05E1D0-AE9A-4E64-A745-FBC3346A2FE5}" dt="2026-09-28T13:10:33.165" v="25" actId="1076"/>
        <pc:sldMkLst>
          <pc:docMk/>
          <pc:sldMk cId="0" sldId="265"/>
        </pc:sldMkLst>
        <pc:picChg chg="add mod">
          <ac:chgData name="Aditya Shinde" userId="5cd588782bfaad05" providerId="LiveId" clId="{0F05E1D0-AE9A-4E64-A745-FBC3346A2FE5}" dt="2026-09-28T13:10:33.165" v="25" actId="1076"/>
          <ac:picMkLst>
            <pc:docMk/>
            <pc:sldMk cId="0" sldId="265"/>
            <ac:picMk id="14" creationId="{356CB989-CDE9-4BDC-BA31-9D4E2FC67B97}"/>
          </ac:picMkLst>
        </pc:picChg>
      </pc:sldChg>
      <pc:sldChg chg="addSp modSp mod">
        <pc:chgData name="Aditya Shinde" userId="5cd588782bfaad05" providerId="LiveId" clId="{0F05E1D0-AE9A-4E64-A745-FBC3346A2FE5}" dt="2026-09-28T13:10:38.005" v="27" actId="1076"/>
        <pc:sldMkLst>
          <pc:docMk/>
          <pc:sldMk cId="0" sldId="266"/>
        </pc:sldMkLst>
        <pc:picChg chg="add mod">
          <ac:chgData name="Aditya Shinde" userId="5cd588782bfaad05" providerId="LiveId" clId="{0F05E1D0-AE9A-4E64-A745-FBC3346A2FE5}" dt="2026-09-28T13:10:38.005" v="27" actId="1076"/>
          <ac:picMkLst>
            <pc:docMk/>
            <pc:sldMk cId="0" sldId="266"/>
            <ac:picMk id="7" creationId="{71966D56-3F7B-8C16-92B3-46BABE38EDC9}"/>
          </ac:picMkLst>
        </pc:picChg>
      </pc:sldChg>
      <pc:sldChg chg="del">
        <pc:chgData name="Aditya Shinde" userId="5cd588782bfaad05" providerId="LiveId" clId="{0F05E1D0-AE9A-4E64-A745-FBC3346A2FE5}" dt="2026-09-28T13:06:51.374" v="0" actId="47"/>
        <pc:sldMkLst>
          <pc:docMk/>
          <pc:sldMk cId="0" sldId="267"/>
        </pc:sldMkLst>
      </pc:sldChg>
      <pc:sldChg chg="addSp modSp mod">
        <pc:chgData name="Aditya Shinde" userId="5cd588782bfaad05" providerId="LiveId" clId="{0F05E1D0-AE9A-4E64-A745-FBC3346A2FE5}" dt="2026-09-28T13:10:42.677" v="29" actId="1076"/>
        <pc:sldMkLst>
          <pc:docMk/>
          <pc:sldMk cId="0" sldId="268"/>
        </pc:sldMkLst>
        <pc:picChg chg="add mod">
          <ac:chgData name="Aditya Shinde" userId="5cd588782bfaad05" providerId="LiveId" clId="{0F05E1D0-AE9A-4E64-A745-FBC3346A2FE5}" dt="2026-09-28T13:10:42.677" v="29" actId="1076"/>
          <ac:picMkLst>
            <pc:docMk/>
            <pc:sldMk cId="0" sldId="268"/>
            <ac:picMk id="18" creationId="{2160BF69-03E7-6BD1-5935-DB74DA955F48}"/>
          </ac:picMkLst>
        </pc:picChg>
      </pc:sldChg>
      <pc:sldChg chg="addSp modSp mod">
        <pc:chgData name="Aditya Shinde" userId="5cd588782bfaad05" providerId="LiveId" clId="{0F05E1D0-AE9A-4E64-A745-FBC3346A2FE5}" dt="2026-09-28T13:10:47.446" v="31" actId="1076"/>
        <pc:sldMkLst>
          <pc:docMk/>
          <pc:sldMk cId="0" sldId="269"/>
        </pc:sldMkLst>
        <pc:picChg chg="add mod">
          <ac:chgData name="Aditya Shinde" userId="5cd588782bfaad05" providerId="LiveId" clId="{0F05E1D0-AE9A-4E64-A745-FBC3346A2FE5}" dt="2026-09-28T13:10:47.446" v="31" actId="1076"/>
          <ac:picMkLst>
            <pc:docMk/>
            <pc:sldMk cId="0" sldId="269"/>
            <ac:picMk id="20" creationId="{D166BB98-4DA7-4EE0-08A4-1CFD2FB5193F}"/>
          </ac:picMkLst>
        </pc:picChg>
      </pc:sldChg>
      <pc:sldMasterChg chg="modSldLayout">
        <pc:chgData name="Aditya Shinde" userId="5cd588782bfaad05" providerId="LiveId" clId="{0F05E1D0-AE9A-4E64-A745-FBC3346A2FE5}" dt="2026-09-28T13:13:30.664" v="33"/>
        <pc:sldMasterMkLst>
          <pc:docMk/>
          <pc:sldMasterMk cId="2828809819" sldId="2147483651"/>
        </pc:sldMasterMkLst>
        <pc:sldLayoutChg chg="addSp delSp">
          <pc:chgData name="Aditya Shinde" userId="5cd588782bfaad05" providerId="LiveId" clId="{0F05E1D0-AE9A-4E64-A745-FBC3346A2FE5}" dt="2026-09-28T13:13:30.664" v="33"/>
          <pc:sldLayoutMkLst>
            <pc:docMk/>
            <pc:sldMasterMk cId="2828809819" sldId="2147483651"/>
            <pc:sldLayoutMk cId="2856231478" sldId="2147483679"/>
          </pc:sldLayoutMkLst>
          <pc:spChg chg="add del">
            <ac:chgData name="Aditya Shinde" userId="5cd588782bfaad05" providerId="LiveId" clId="{0F05E1D0-AE9A-4E64-A745-FBC3346A2FE5}" dt="2026-09-28T13:13:30.664" v="33"/>
            <ac:spMkLst>
              <pc:docMk/>
              <pc:sldMasterMk cId="2828809819" sldId="2147483651"/>
              <pc:sldLayoutMk cId="2856231478" sldId="2147483679"/>
              <ac:spMk id="3" creationId="{00000000-0000-0000-0000-000000000000}"/>
            </ac:spMkLst>
          </pc:spChg>
          <pc:picChg chg="add del">
            <ac:chgData name="Aditya Shinde" userId="5cd588782bfaad05" providerId="LiveId" clId="{0F05E1D0-AE9A-4E64-A745-FBC3346A2FE5}" dt="2026-09-28T13:13:30.664" v="33"/>
            <ac:picMkLst>
              <pc:docMk/>
              <pc:sldMasterMk cId="2828809819" sldId="2147483651"/>
              <pc:sldLayoutMk cId="2856231478" sldId="2147483679"/>
              <ac:picMk id="2" creationId="{00000000-0000-0000-0000-000000000000}"/>
            </ac:picMkLst>
          </pc:picChg>
          <pc:picChg chg="add del">
            <ac:chgData name="Aditya Shinde" userId="5cd588782bfaad05" providerId="LiveId" clId="{0F05E1D0-AE9A-4E64-A745-FBC3346A2FE5}" dt="2026-09-28T13:13:30.664" v="33"/>
            <ac:picMkLst>
              <pc:docMk/>
              <pc:sldMasterMk cId="2828809819" sldId="2147483651"/>
              <pc:sldLayoutMk cId="2856231478" sldId="2147483679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44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03313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RECRUITFLOW — AI‑Powered Recruitment Management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4047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hiring: fast candidate screening, structured interview management, and professional offer generation — powered by Google Gemini and a modern web stack.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F0C183-5B02-2B3C-808E-E9963F836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351" y="6539554"/>
            <a:ext cx="1493649" cy="243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36824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640509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teams face slow, inconsistent screening, fragmented tools for interviews and offers, and poor candidate experience. Recruiters waste time on manual resume review while qualified candidates slip through the process.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062809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CCEE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33050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4299049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reduce time-to-hire, improve consistency, and centralize the hiring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057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6888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2623939"/>
            <a:ext cx="577022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candidate screening using Google Gemini while keeping recruiter oversight.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an end-to-end, auditable recruitment workflow from application to offer.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professional, downloadable PDF offer letters and secure role-based access.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fast scheduling, structured interviewer feedback, and clear decision gating.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F99F8-4929-9015-8351-C2875F03A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351" y="6594086"/>
            <a:ext cx="1493649" cy="243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 Recruitment Workflow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92432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RecruitFlow orchestrates the entire hiring journey, connecting candidates, recruiters, interviewers, and administrators through a streamlined, transparent process from application to onboarding.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0811"/>
            <a:ext cx="9753356" cy="548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C6C5ED-7F42-5059-8317-1DF9D425F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351" y="6576429"/>
            <a:ext cx="1493649" cy="243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134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Overview — Architecture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8848"/>
            <a:ext cx="10868745" cy="4974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2865" y="1763184"/>
            <a:ext cx="2524482" cy="31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&amp; Integrations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622865" y="2164239"/>
            <a:ext cx="2650038" cy="39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+ Mongoose; Gemini, PDFKit, SMTP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8521" y="3398127"/>
            <a:ext cx="2436325" cy="31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 Layer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18521" y="3799182"/>
            <a:ext cx="2436325" cy="39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+ Express; JWT auth; bcrypt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865" y="4242314"/>
            <a:ext cx="2524482" cy="31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UI Layer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622865" y="4643369"/>
            <a:ext cx="2650038" cy="39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Vite; Axios client requests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6682" y="6164560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REST API, stateless auth, and external AI &amp; PDF services for scalability and auditability.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27FE4F-14EB-D053-F46E-5CB12E718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351" y="6551214"/>
            <a:ext cx="1493649" cy="243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5963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Roles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57872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657872"/>
            <a:ext cx="174491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456495" y="3081338"/>
            <a:ext cx="1744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Register, build profile, upload resume, browse/apply jobs, view/download offer letters.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57872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657872"/>
            <a:ext cx="174501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Recruiter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232665" y="3081338"/>
            <a:ext cx="174501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applications, run Gemini screening, shortlist, schedule interviews, and issue offers (final hiring decision).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57872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657872"/>
            <a:ext cx="174501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Interviewer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008935" y="3081338"/>
            <a:ext cx="17450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schedules, submit structured marks &amp; feedback. Does NOT make final hiring decisions.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57872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657872"/>
            <a:ext cx="174501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9785204" y="3081338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roles, permissions, job templates, integrations, and audit logs.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726021-CFEA-6DB6-2827-E2869412A2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628" y="6547575"/>
            <a:ext cx="1493649" cy="243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118"/>
            <a:ext cx="10868745" cy="51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 Recruitment Workflow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303933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3098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31583" y="3987092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Browse Jobs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31583" y="2921955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Profile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31583" y="1845949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Registration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1475" y="6097984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transition is tracked and timestamped. Recruiter retains final authority after AI and interviewer inputs.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467809-E80D-A306-FB08-CD9A1F2F6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815" y="6461726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510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Resume Screening (Google Gemini)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368848"/>
            <a:ext cx="5770220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Resume + Job Description + Required/Preferred Skills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Gemini Output: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 Score, Recommendation (Strong/Consider/Low), Matching &amp; Missing Skills, Experience &amp; Education alignment, Strengths, Weaknesses, and Reasoning summary.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221063"/>
            <a:ext cx="5770220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is a recommendation only —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Recruiter makes the final decision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Scanner highlights critical gaps and suggests interview focus areas.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02" y="2566888"/>
            <a:ext cx="4637269" cy="2627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3E8BF-BF8C-EA82-A64B-1E27A8E51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974" y="6457715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5347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&amp; Interview Management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2503587"/>
            <a:ext cx="257535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98948"/>
            <a:ext cx="218464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Tracking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3432473"/>
            <a:ext cx="2184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timeline: submissions, status updates, and audit trail.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503587"/>
            <a:ext cx="2575456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2698948"/>
            <a:ext cx="2184742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Interview Scheduling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21195" y="3432473"/>
            <a:ext cx="21847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Auto-availability, calendar invites, timezone-aware scheduling, reminders.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503587"/>
            <a:ext cx="2575456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2698948"/>
            <a:ext cx="2184742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Interviewer Feedback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385658" y="3432473"/>
            <a:ext cx="21847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scoring template (skills, culture fit, notes) + mandatory short rationale.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503587"/>
            <a:ext cx="2575456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2698948"/>
            <a:ext cx="218474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Collaboration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50121" y="3122414"/>
            <a:ext cx="21847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comments, candidate view permissions, and consolidated feedback for recruiters.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6682" y="505013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 inputs inform but do not override recruiter decisions.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D3C86C-3D64-7F59-5C9A-1D35DB03A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974" y="6461726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Recruiter Decision Flow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81" y="924322"/>
            <a:ext cx="10693132" cy="5256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1706" y="1409495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Reject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981706" y="1817417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candidate record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81706" y="2637676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Hold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81706" y="3045598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in talent pool to revisit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81706" y="3865857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81706" y="4273779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offer and notify candidate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92575" y="5094038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Post-Review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92575" y="5501960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 feedback and notes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23411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gates prevent accidental offers. Hold preserves candidate metadata for future roles.</a:t>
            </a:r>
            <a:endParaRPr lang="en-US" sz="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6CB989-CDE9-4BDC-BA31-9D4E2FC67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974" y="6412634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9984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Offer Management &amp; Professional Offer Letter PDF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882106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Offer Workflow: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Recruiter prepares offer → System validates fields → PDFKit generates branded offer letter PDF → Candidate notified (view/download) → Candidate responds (Accept / Decline / Request changes).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261842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are auditable and stored in candidate record.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selected candidates can receive offers.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can view &amp; download a professional offer letter.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716510"/>
            <a:ext cx="5203794" cy="2948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66D56-3F7B-8C16-92B3-46BABE38E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974" y="6449694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15255"/>
            <a:ext cx="6296860" cy="610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Advantages &amp; Future Vision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233360" y="1500485"/>
            <a:ext cx="69064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Advantages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001738"/>
            <a:ext cx="3056853" cy="2028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6388" y="2213173"/>
            <a:ext cx="2532396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Increased Efficiency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5546388" y="2628205"/>
            <a:ext cx="25323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screening and scheduling save valuable recruiter time.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3367" y="2001738"/>
            <a:ext cx="3056853" cy="2028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86394" y="2213173"/>
            <a:ext cx="2532396" cy="610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Candidate Experience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786394" y="2933402"/>
            <a:ext cx="25323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Faster, more transparent process keeps top talent engaged.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213820"/>
            <a:ext cx="3056853" cy="2028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6388" y="4425255"/>
            <a:ext cx="2532396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Data-Driven Decisions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5546388" y="4840288"/>
            <a:ext cx="25323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insights and structured feedback improve hiring quality.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3367" y="4213820"/>
            <a:ext cx="3056853" cy="202892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86394" y="4425255"/>
            <a:ext cx="2532396" cy="610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Compliance &amp; Auditability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8786394" y="5145484"/>
            <a:ext cx="25323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stages are tracked for transparent, defensible hiring.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60BF69-03E7-6BD1-5935-DB74DA955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93" y="6454179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667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48533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820789"/>
            <a:ext cx="5339820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966045"/>
            <a:ext cx="53398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Analytics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61475" y="338951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hiring needs and identify talent pools.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548533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0301" y="2820789"/>
            <a:ext cx="5339919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5"/>
          <p:cNvSpPr/>
          <p:nvPr/>
        </p:nvSpPr>
        <p:spPr>
          <a:xfrm>
            <a:off x="6190301" y="2966045"/>
            <a:ext cx="533991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Full Onboarding Integration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190301" y="3389511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transition from offer to employee setup.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46240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4318496"/>
            <a:ext cx="5339820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4463752"/>
            <a:ext cx="53398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Continuous AI Improvement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661475" y="488721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Self-learning models for deeper insights.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4046240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0301" y="4318496"/>
            <a:ext cx="5339919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1"/>
          <p:cNvSpPr/>
          <p:nvPr/>
        </p:nvSpPr>
        <p:spPr>
          <a:xfrm>
            <a:off x="6190301" y="4463752"/>
            <a:ext cx="533991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 Relationship Management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6190301" y="4887218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Nurturing passive candidates proactively.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166BB98-4DA7-4EE0-08A4-1CFD2FB51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4953" y="6461726"/>
            <a:ext cx="2149026" cy="396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</TotalTime>
  <Words>679</Words>
  <Application>Microsoft Office PowerPoint</Application>
  <PresentationFormat>Widescreen</PresentationFormat>
  <Paragraphs>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Inter Bold</vt:lpstr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Shinde</cp:lastModifiedBy>
  <cp:revision>1</cp:revision>
  <dcterms:created xsi:type="dcterms:W3CDTF">2026-09-28T12:46:38Z</dcterms:created>
  <dcterms:modified xsi:type="dcterms:W3CDTF">2026-09-28T13:13:36Z</dcterms:modified>
</cp:coreProperties>
</file>